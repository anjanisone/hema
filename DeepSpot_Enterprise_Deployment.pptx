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Deployment Reality: 13,000 Endpoints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E3A5F"/>
                </a:solidFill>
              </a:defRPr>
            </a:pPr>
            <a:r>
              <a:t>Context</a:t>
            </a:r>
          </a:p>
          <a:p>
            <a:pPr>
              <a:spcBef>
                <a:spcPts val="400"/>
              </a:spcBef>
              <a:defRPr sz="1100"/>
            </a:pPr>
            <a:r>
              <a:t>DeepSpot is expected to be deployed to ~13,000 users across Windows and macOS.</a:t>
            </a:r>
          </a:p>
          <a:p>
            <a:pPr>
              <a:spcBef>
                <a:spcPts val="400"/>
              </a:spcBef>
              <a:defRPr sz="1100"/>
            </a:pPr>
            <a:r>
              <a:t>This introduces: Installation complexity • Model distribution challenges • Update management • Security &amp; IP exposure risks • Cross-platform consistency.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C2410C"/>
                </a:solidFill>
              </a:defRPr>
            </a:pPr>
            <a:r>
              <a:t>Option 1 — Tkinter + Local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Architecture</a:t>
            </a:r>
          </a:p>
          <a:p>
            <a:r>
              <a:rPr sz="1000"/>
              <a:t>Tkinter Desktop App → Local Python Runtime → Local YOLO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0332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/>
            </a:pPr>
            <a:r>
              <a:t>Implications at 13K scale</a:t>
            </a:r>
          </a:p>
          <a:p>
            <a:pPr>
              <a:spcBef>
                <a:spcPts val="200"/>
              </a:spcBef>
              <a:defRPr sz="1000"/>
            </a:pPr>
            <a:r>
              <a:t>• Python runtime must be bundled</a:t>
            </a:r>
          </a:p>
          <a:p>
            <a:pPr>
              <a:spcBef>
                <a:spcPts val="200"/>
              </a:spcBef>
              <a:defRPr sz="1000"/>
            </a:pPr>
            <a:r>
              <a:t>• Large model file distributed to every device</a:t>
            </a:r>
          </a:p>
          <a:p>
            <a:pPr>
              <a:spcBef>
                <a:spcPts val="200"/>
              </a:spcBef>
              <a:defRPr sz="1000"/>
            </a:pPr>
            <a:r>
              <a:t>• Model IP exposed</a:t>
            </a:r>
          </a:p>
          <a:p>
            <a:pPr>
              <a:spcBef>
                <a:spcPts val="200"/>
              </a:spcBef>
              <a:defRPr sz="1000"/>
            </a:pPr>
            <a:r>
              <a:t>• Manual upgrade or custom updater required</a:t>
            </a:r>
          </a:p>
          <a:p>
            <a:pPr>
              <a:spcBef>
                <a:spcPts val="200"/>
              </a:spcBef>
              <a:defRPr sz="1000"/>
            </a:pPr>
            <a:r>
              <a:t>• Harder version control</a:t>
            </a:r>
          </a:p>
          <a:p>
            <a:pPr>
              <a:spcBef>
                <a:spcPts val="200"/>
              </a:spcBef>
              <a:defRPr sz="1000"/>
            </a:pPr>
            <a:r>
              <a:t>• OS-specific packaging challenges</a:t>
            </a:r>
          </a:p>
          <a:p>
            <a:pPr>
              <a:spcBef>
                <a:spcPts val="200"/>
              </a:spcBef>
              <a:defRPr sz="1000"/>
            </a:pPr>
            <a:r>
              <a:t>• Performance varies by user hardware</a:t>
            </a:r>
          </a:p>
          <a:p>
            <a:pPr>
              <a:spcBef>
                <a:spcPts val="200"/>
              </a:spcBef>
              <a:defRPr sz="1000"/>
            </a:pPr>
            <a:r>
              <a:t>→ Heavy operationally at scale.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37744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0D5C2E"/>
                </a:solidFill>
              </a:defRPr>
            </a:pPr>
            <a:r>
              <a:t>Option 2 — Tauri + Cloud-Hosted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743200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Architecture</a:t>
            </a:r>
          </a:p>
          <a:p>
            <a:r>
              <a:rPr sz="1000"/>
              <a:t>Tauri Desktop App → Secure HTTPS → AWS FastAPI / SageMaker → Centralized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703320"/>
            <a:ext cx="5669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/>
            </a:pPr>
            <a:r>
              <a:t>Implications at 13K scale</a:t>
            </a:r>
          </a:p>
          <a:p>
            <a:pPr>
              <a:spcBef>
                <a:spcPts val="200"/>
              </a:spcBef>
              <a:defRPr sz="1000"/>
            </a:pPr>
            <a:r>
              <a:t>• Lightweight client app</a:t>
            </a:r>
          </a:p>
          <a:p>
            <a:pPr>
              <a:spcBef>
                <a:spcPts val="200"/>
              </a:spcBef>
              <a:defRPr sz="1000"/>
            </a:pPr>
            <a:r>
              <a:t>• No model distributed</a:t>
            </a:r>
          </a:p>
          <a:p>
            <a:pPr>
              <a:spcBef>
                <a:spcPts val="200"/>
              </a:spcBef>
              <a:defRPr sz="1000"/>
            </a:pPr>
            <a:r>
              <a:t>• Centralized version control</a:t>
            </a:r>
          </a:p>
          <a:p>
            <a:pPr>
              <a:spcBef>
                <a:spcPts val="200"/>
              </a:spcBef>
              <a:defRPr sz="1000"/>
            </a:pPr>
            <a:r>
              <a:t>• Instant model updates (no client redeploy)</a:t>
            </a:r>
          </a:p>
          <a:p>
            <a:pPr>
              <a:spcBef>
                <a:spcPts val="200"/>
              </a:spcBef>
              <a:defRPr sz="1000"/>
            </a:pPr>
            <a:r>
              <a:t>• Uniform performance</a:t>
            </a:r>
          </a:p>
          <a:p>
            <a:pPr>
              <a:spcBef>
                <a:spcPts val="200"/>
              </a:spcBef>
              <a:defRPr sz="1000"/>
            </a:pPr>
            <a:r>
              <a:t>• IP protected</a:t>
            </a:r>
          </a:p>
          <a:p>
            <a:pPr>
              <a:spcBef>
                <a:spcPts val="200"/>
              </a:spcBef>
              <a:defRPr sz="1000"/>
            </a:pPr>
            <a:r>
              <a:t>• Easier enterprise governance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Enterprise Scalability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6012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28575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Factor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Tkinter + Local Model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Tauri + Cloud Model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Model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13K copies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 centralized copy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Model Update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Redeploy 13K installs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Update once in cloud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IP Protection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High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Hardware Dependency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Low (server-side compute)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Cross-Platform Packaging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Native lightweight builds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Monitoring &amp; Logging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Difficult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Centralized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Scalability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High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33756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400">
                <a:solidFill>
                  <a:srgbClr val="1E3A5F"/>
                </a:solidFill>
              </a:defRPr>
            </a:pPr>
            <a:r>
              <a:t>Critical Enterprise Insight</a:t>
            </a:r>
          </a:p>
          <a:p>
            <a:pPr>
              <a:spcBef>
                <a:spcPts val="400"/>
              </a:spcBef>
              <a:defRPr sz="1100"/>
            </a:pPr>
            <a:r>
              <a:t>At 13,000 users: The problem shifts from UI framework choice → to → Operational scalability and model governance.</a:t>
            </a:r>
          </a:p>
          <a:p>
            <a:pPr>
              <a:spcBef>
                <a:spcPts val="400"/>
              </a:spcBef>
              <a:defRPr sz="1100"/>
            </a:pPr>
            <a:r>
              <a:t>Centralizing the model: Eliminates version drift • Protects intellectual property • Simplifies compliance • Reduces IT support load • Enables analytics &amp; monitoring.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6634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E3A5F"/>
                </a:solidFill>
              </a:defRPr>
            </a:pPr>
            <a:r>
              <a:t>Strategic Recommendation</a:t>
            </a:r>
          </a:p>
          <a:p>
            <a:pPr>
              <a:spcBef>
                <a:spcPts val="200"/>
              </a:spcBef>
              <a:defRPr sz="1100"/>
            </a:pPr>
            <a:r>
              <a:t>For enterprise-scale deployment:</a:t>
            </a:r>
          </a:p>
          <a:p>
            <a:pPr>
              <a:spcBef>
                <a:spcPts val="200"/>
              </a:spcBef>
              <a:defRPr sz="1100"/>
            </a:pPr>
            <a:r>
              <a:t>• Extract model into AWS (FastAPI / SageMaker)</a:t>
            </a:r>
          </a:p>
          <a:p>
            <a:pPr>
              <a:spcBef>
                <a:spcPts val="200"/>
              </a:spcBef>
              <a:defRPr sz="1100"/>
            </a:pPr>
            <a:r>
              <a:t>• Use Tauri for cross-platform desktop client</a:t>
            </a:r>
          </a:p>
          <a:p>
            <a:pPr>
              <a:spcBef>
                <a:spcPts val="200"/>
              </a:spcBef>
              <a:defRPr sz="1100"/>
            </a:pPr>
            <a:r>
              <a:t>• Implement secure authentication (SSO/JWT)</a:t>
            </a:r>
          </a:p>
          <a:p>
            <a:pPr>
              <a:spcBef>
                <a:spcPts val="200"/>
              </a:spcBef>
              <a:defRPr sz="1100"/>
            </a:pPr>
            <a:r>
              <a:t>• Enable centralized logging &amp; monitoring</a:t>
            </a:r>
          </a:p>
          <a:p>
            <a:pPr>
              <a:spcBef>
                <a:spcPts val="200"/>
              </a:spcBef>
              <a:defRPr sz="1100"/>
            </a:pPr>
          </a:p>
          <a:p>
            <a:pPr>
              <a:spcBef>
                <a:spcPts val="200"/>
              </a:spcBef>
              <a:defRPr sz="1100"/>
            </a:pPr>
            <a:r>
              <a:t>This aligns DeepSpot with: Enterprise IT standards • Security best practices • Long-term maintainability.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1722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4A556B"/>
                </a:solidFill>
              </a:defRPr>
            </a:pPr>
            <a:r>
              <a:t>At 13K users, you're no longer building a lab utility. You're building an enterprise AI product.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